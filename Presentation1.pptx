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DBD5-66FE-B842-092F-D007BF2F8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85824-5905-FB53-A202-353D01A34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2B186-6ECF-C1FF-722A-23B76727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89EE2-53FC-3580-4F65-44DF8BEA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A949F-BA01-6E21-4A6F-F2A34687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B186-F92E-00F1-DF51-AB187D3E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DA4D-7959-9AD8-517E-763B18C4B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0FB77-6D10-61DE-B40B-88BFA690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70122-77E8-78B6-0106-E5A3F52C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54116-F002-9577-1DEE-7520AFCD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4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786C-91A8-3213-8803-4EEE866E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36891-1C8A-67FD-3B91-C316E8880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73C79-BF1D-5E39-8A1B-73B818D5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5B79-44B8-C641-2EFB-C7A7E71C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F68AE-1744-3334-A9E8-AFEE0577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8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3F0A-7BC2-1E59-73BD-B6C9937D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3EAD-FB6B-99B1-1CFE-92B595A53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D7EDF-2C39-FE22-4525-36CEDC5A3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9F3C0-3343-D4BC-8313-3D2A62B4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EE850-393B-73F0-63AB-484A4D1E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B2866-A5B1-45DE-0747-DB863D6D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3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D459-2BDB-9D6C-4C4F-A3291219D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07F6F-5C89-1781-BCBD-54484B18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11CFF-70ED-9111-8450-05F275C8B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40FBD-C27D-6A86-2984-5C7BD64A8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49D0E-E15D-D7DE-B10F-2B6885F87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60599-EF03-2A98-39D1-145010DC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49FE7A-4ADA-FB01-5E4E-0D9440C3D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516DE-C074-D47A-67A9-E67D0A94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14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2A92-C036-9BE4-5938-8E1ED791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05D7B-529C-3DEE-3940-3CFFB0A6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C9630-FAD6-4265-ACCF-48314692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8D24E-E75E-6E99-93AF-F767FBB4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4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2F457-63E5-F90F-51C2-CD02EE85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FD6C-5704-A06F-BFBA-64F6E59B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35A82-C2DC-538A-BB3E-AA5E73FE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1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6EC6-6909-057E-D3A9-39EAA0FA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F573-18CE-47E1-76AD-F67DAE0E7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4350C-5311-0870-3EA9-3A9F19E23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52D58-1543-C637-BD11-03957180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B748B-2E58-5AD6-DD60-66E9059B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DAF16-D3DD-C376-88CC-CA6F7F4B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2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3728-874D-417A-C0E3-CFBD12BB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E1391-85FF-6ADD-B7E8-8052AA69C5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B350A-8460-E79A-07EB-22A28A853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73552-C73D-F625-52E9-3628C7DA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1C472-F6B1-C4FF-0352-831CBEBA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8C042-A4EF-B1AF-BF89-CABF8711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62820-37F8-E45D-6C2E-A0ED3EB7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9EAB4-077B-7E50-0FC7-3AAA6A89F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6A1C8-0B52-BF24-019E-1A2C621D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57F26-3BEC-33F2-F243-34FE9B20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7BF36-8538-24CE-C9F6-519F9D26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8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9E17C-9862-5D57-C82A-AB33B08DE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79904-47A9-8152-E27B-01333BE3B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788C0-5AE3-36AC-567E-14B4E35E3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81858-D681-AF8F-6074-CD6A57D0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0BB9A-FAD4-9E95-E40D-A0CC0BDB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1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6FAF1-8DF3-3DCC-482C-DDEFA3F4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60C16-6D6E-5DDA-9E57-0740184E9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FA60A-24FE-12D6-0F6A-B03D5D33E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2F67A-902D-454C-9CB0-98CD2072379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2A4B1-2AEB-1081-ADFC-7F0565D31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E7DE8-60F1-B021-9E40-F2E605492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D3888-9737-A649-82C4-CE658563F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4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4E1CA7-4809-0147-B96D-E66C0CA5D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01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AF269-AE64-36C1-73EB-830AA3048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61DAF-29D8-4D32-E7F9-94DF6ECB7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73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93859-F4B6-7526-81D5-D2398C53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55AC4-80BB-09FE-B4D0-19245C22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01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076C-3DF0-9D5D-E8A5-D7AFEFC48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1ACD9-5746-83BC-9A25-BE5EC5627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17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B8024-3CC5-9D19-7BDF-AD4920C7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6F93A0-3A82-F8B5-3DCA-F09C3424B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99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E1DD-07DD-18DF-AB65-CD267A72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C9FBDE-C460-D50F-3D8F-B576FB5C5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10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E50D-C756-4C40-82BA-732B4D89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99754-B66B-97EB-E66B-DD45BC248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09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E5ED5-C9B1-D69A-08A2-2AC4C08F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5D40FA-F240-E6AC-4E67-072030224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559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D2F9-EA4C-874C-AA6E-15C77BBF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CB9280-C94C-B6AA-4631-94EE4C6BE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52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9D8F-575B-89E4-75BE-447C9492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82C8B2-73B5-B002-6A19-027635D6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00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01FB-7B50-4FA8-C39F-54A72F78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973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F9C07-9CA8-B936-38C6-0E2E6FF2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50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Macintosh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Innoshay</dc:creator>
  <cp:lastModifiedBy>Innoshay</cp:lastModifiedBy>
  <cp:revision>1</cp:revision>
  <dcterms:created xsi:type="dcterms:W3CDTF">2026-09-24T15:16:09Z</dcterms:created>
  <dcterms:modified xsi:type="dcterms:W3CDTF">2026-09-24T16:28:49Z</dcterms:modified>
</cp:coreProperties>
</file>